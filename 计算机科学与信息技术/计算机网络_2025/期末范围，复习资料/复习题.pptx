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DE1E9-B94B-332E-11D3-E2CF4C43E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8E6C09-48C5-C501-85CD-034D82A9F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CA49B8-FEC5-FFAF-5EC2-99444F77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50587B-C693-7A9D-23AF-A0A3866E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595C84-7F27-4E33-1FCF-881DF748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28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BCDA1-360E-A38C-468A-139FA1A9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33BB7-EFC0-35C0-DD57-2784DB1A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DD8918-7CFA-BF89-F68D-0ADFFF5C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6F1B32-135A-B264-D643-E0743FC4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77201-D9AF-A15C-2C84-2F88D3EA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56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D7EBD-1D7C-A7EA-6524-7F95DA7C5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0F254B-7043-E617-50EF-6A83A65C4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6DA4F-781F-B73B-DEC8-A9A6B70A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07C61-C252-38E7-6CE9-0A43E8E5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C4E55-1FA2-46A3-A90A-3B08E298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15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18ED3-8818-9738-0766-4588ADFE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7055C-C370-C1CE-EB44-57B2F4967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0ABD36-2702-0530-82F1-38ADF2C5E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E026C2-6551-6142-6401-770A6FB04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455830-22EE-C53B-B7D0-BCDE8BFF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D8E0E9-6CDF-CEE4-E3DA-663516C1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9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74FD5-64CF-001D-C70F-87FDBBFB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615B89-7D8F-A1EF-A867-CE370EAC7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C959D6-9575-3D30-0879-6E6D1918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C85F8C-53E9-3D1A-F7B7-A5FF74E90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3A62E9-9E9A-B081-7174-56F195C41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312A61-1EFC-71DB-3C1C-330F9F916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0D798A-AD26-5CF6-17AB-56BA3A5CA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30EF62-04E3-CDD3-40D6-56418624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09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50BFD-87E6-6FEA-4736-6C23E6A6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206EB6-7B56-2939-1564-19825863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7F2921-7D36-3BF9-1219-9E24DFEC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FB867D-6630-8E40-2EA2-31A5EA2D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9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766163-FDE1-73E5-7FC1-799D9185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1D653C-F4A9-18AF-CB91-AFA916689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DDF57B-3C78-F867-550B-7DD45569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62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9AE45-24C0-721D-B82B-FEECFD4F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A4D43-411E-D8CC-06CE-C80D7E45A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30977D-46E3-6862-68C7-6CED84DB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1CD112-DE44-F64F-2363-E7FFDA19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CAFE2F-51BC-F165-4CC9-559C8FEC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16B32F-60FD-2E56-92B0-12EDCFD8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8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FD393-C1D1-8432-DA5C-40DC47FB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1C99F2-2CFB-5B1B-7EDF-971B2E013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1DDC02-6CDE-7FE1-6426-4883EA803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9EE600-A443-23D4-6316-115D618C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487642-06D9-0536-2DF1-B67E41B8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6153AB-36DD-7222-AEA1-3EE4FB92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18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7CF1F-2F82-F421-D2C7-5952B797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E6DC19-8AB5-7E4D-9230-7A1EA870F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FD629-3159-1CFD-7DE7-FB7EBC48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EEEBD-7A82-371D-5909-F4554227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CF2BA-0280-379A-BE34-083BF4FE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59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6F547E-246F-8335-902C-C2F4C1B41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679C18-6288-8990-0058-3C4F641AE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CFA3-7C7D-770D-3F46-A6F348D0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155817-B2FA-ABC6-D80D-0AB2C110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02A91-9988-421F-2887-9CD85686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05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54DFAE-C4CB-A9AA-DD34-7F001DBF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C282FC-011E-4285-EC20-CAE8D02E6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5C8DD-F09F-3AEE-D3DD-69A575049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C7B5B-856D-4B61-A933-5F9DF4BEC200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2353E1-2D45-11AB-8545-ADC37E2C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5F83CF-7FCB-137C-C293-AFC800841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113E0-E2F8-4B5E-9D81-5A89A4194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06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5EB10-C064-3D8B-9251-292EFBE06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8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考试范围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62F496-5F41-DB7D-8340-902956F2B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228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D3088-8F7C-A74B-7CC1-B7CD1B81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 IP-over-Everything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 和 “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Everything-over-IP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两个概念的辨析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19512-BBC5-DCB9-D33B-3D225E640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“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第一类思想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（对应“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IP-over-Everything”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b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核心是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协议的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互连异构网络能力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，通过统一的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地址和分组格式，屏蔽底层链路差异，实现跨网络通信。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第二类思想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（对应“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Everything-over-IP”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b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核心是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协议的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通用承载能力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，所有应用（如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VoIP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IoT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协议）均可基于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实现，无需为每种应用设计独立网络。</a:t>
            </a: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7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AF2B-7571-B2AF-05B8-19435408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18ED7-1BC1-8A6A-37AB-92909A4B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、信道容量与香农定理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F83D52C-DD79-BB67-4BD4-A6F51A80D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87" y="1515533"/>
            <a:ext cx="11553618" cy="3623734"/>
          </a:xfrm>
        </p:spPr>
      </p:pic>
    </p:spTree>
    <p:extLst>
      <p:ext uri="{BB962C8B-B14F-4D97-AF65-F5344CB8AC3E}">
        <p14:creationId xmlns:p14="http://schemas.microsoft.com/office/powerpoint/2010/main" val="422453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989D-DA77-038E-5FD6-465FE07B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ADA6A-8BEE-C2CE-8580-ECFA1BCB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CSMA/CD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协议与最短帧长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8863AD2-4F2E-2F88-E2CB-61A9859C7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34934"/>
            <a:ext cx="10083394" cy="4538199"/>
          </a:xfrm>
        </p:spPr>
      </p:pic>
    </p:spTree>
    <p:extLst>
      <p:ext uri="{BB962C8B-B14F-4D97-AF65-F5344CB8AC3E}">
        <p14:creationId xmlns:p14="http://schemas.microsoft.com/office/powerpoint/2010/main" val="138667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7082-680E-8A19-9DD1-91F2D2E1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1D578-9AFD-2390-EF6A-BE311F06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数据报分片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CF84683-7518-39C5-0739-7D3E38BD8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4169"/>
            <a:ext cx="10580827" cy="3767329"/>
          </a:xfrm>
        </p:spPr>
      </p:pic>
    </p:spTree>
    <p:extLst>
      <p:ext uri="{BB962C8B-B14F-4D97-AF65-F5344CB8AC3E}">
        <p14:creationId xmlns:p14="http://schemas.microsoft.com/office/powerpoint/2010/main" val="312789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27ED-3DC3-03B2-25E8-9051CE0C8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0CAAF-7DFE-8882-61BD-5094282ED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、路由选择与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分组转发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8FE9E84-98E4-1C5E-9A9B-17A15EBED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1726"/>
            <a:ext cx="9490862" cy="5181149"/>
          </a:xfrm>
        </p:spPr>
      </p:pic>
    </p:spTree>
    <p:extLst>
      <p:ext uri="{BB962C8B-B14F-4D97-AF65-F5344CB8AC3E}">
        <p14:creationId xmlns:p14="http://schemas.microsoft.com/office/powerpoint/2010/main" val="38665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752D-CE9F-7E09-3CA7-DE78DA04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B6CD-F9AD-5D96-5ECF-A1DDE91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、距离矢量路由算法原理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RIP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578EE1-A87A-124D-9B4B-D08525CCD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路由更新的计算</a:t>
            </a:r>
          </a:p>
        </p:txBody>
      </p:sp>
    </p:spTree>
    <p:extLst>
      <p:ext uri="{BB962C8B-B14F-4D97-AF65-F5344CB8AC3E}">
        <p14:creationId xmlns:p14="http://schemas.microsoft.com/office/powerpoint/2010/main" val="2703610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55D2A-7839-A9D7-9A80-4F28C493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14507-E6EA-2C9C-7B65-A9FA80D2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TCP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传输过程（滑动窗口）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B160A79-3150-5F6B-2ACD-9081AC0A2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576" y="1394027"/>
            <a:ext cx="6810312" cy="5098847"/>
          </a:xfrm>
        </p:spPr>
      </p:pic>
    </p:spTree>
    <p:extLst>
      <p:ext uri="{BB962C8B-B14F-4D97-AF65-F5344CB8AC3E}">
        <p14:creationId xmlns:p14="http://schemas.microsoft.com/office/powerpoint/2010/main" val="2267166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1DA9-341F-2415-D25D-589B232D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05B9D-8D09-8A34-7286-9DFA9BFB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TCP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连接管理与拥塞控制机制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8BB7173-59C1-EC44-180F-4B1A121F0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593" y="1378559"/>
            <a:ext cx="7359092" cy="5232540"/>
          </a:xfrm>
        </p:spPr>
      </p:pic>
    </p:spTree>
    <p:extLst>
      <p:ext uri="{BB962C8B-B14F-4D97-AF65-F5344CB8AC3E}">
        <p14:creationId xmlns:p14="http://schemas.microsoft.com/office/powerpoint/2010/main" val="184383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42A9-E656-D337-46E5-54983260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44A36-7BBE-2C29-8AA4-1C17B289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HTTP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持续连接与页面加载时间分析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7A71B17C-A533-C615-EB9D-D8660CD89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6" y="1456612"/>
            <a:ext cx="8413469" cy="5073030"/>
          </a:xfrm>
        </p:spPr>
      </p:pic>
    </p:spTree>
    <p:extLst>
      <p:ext uri="{BB962C8B-B14F-4D97-AF65-F5344CB8AC3E}">
        <p14:creationId xmlns:p14="http://schemas.microsoft.com/office/powerpoint/2010/main" val="389552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2495D-2D9B-BEC0-5F3C-AB7A472A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、综合应用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5267C-E205-C72B-015F-1BE4D9758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1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077C2-B78C-8EE9-3C44-848C4CD0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a typeface="微软雅黑" panose="020B0503020204020204" pitchFamily="34" charset="-122"/>
              </a:rPr>
              <a:t>补考复习范围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06FFC-2333-DD6F-0C2D-2B02974FC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知识模块    对应题号</a:t>
            </a:r>
          </a:p>
          <a:p>
            <a:r>
              <a:rPr lang="zh-CN" altLang="en-US" dirty="0"/>
              <a:t>体系结构与协议栈    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数据通信基础    </a:t>
            </a:r>
            <a:r>
              <a:rPr lang="en-US" altLang="zh-CN" dirty="0"/>
              <a:t>2</a:t>
            </a:r>
          </a:p>
          <a:p>
            <a:r>
              <a:rPr lang="zh-CN" altLang="en-US" dirty="0"/>
              <a:t>数据链路层（差错检测）    </a:t>
            </a:r>
            <a:r>
              <a:rPr lang="en-US" altLang="zh-CN" dirty="0"/>
              <a:t>3</a:t>
            </a:r>
          </a:p>
          <a:p>
            <a:r>
              <a:rPr lang="zh-CN" altLang="en-US" dirty="0"/>
              <a:t>局域网与网络设备    </a:t>
            </a:r>
            <a:r>
              <a:rPr lang="en-US" altLang="zh-CN" dirty="0"/>
              <a:t>4</a:t>
            </a:r>
          </a:p>
          <a:p>
            <a:r>
              <a:rPr lang="zh-CN" altLang="en-US" dirty="0"/>
              <a:t>网络层（</a:t>
            </a:r>
            <a:r>
              <a:rPr lang="en-US" altLang="zh-CN" dirty="0"/>
              <a:t>IP</a:t>
            </a:r>
            <a:r>
              <a:rPr lang="zh-CN" altLang="en-US" dirty="0"/>
              <a:t>与分片）    </a:t>
            </a:r>
            <a:r>
              <a:rPr lang="en-US" altLang="zh-CN" dirty="0"/>
              <a:t>5</a:t>
            </a:r>
          </a:p>
          <a:p>
            <a:r>
              <a:rPr lang="zh-CN" altLang="en-US" dirty="0"/>
              <a:t>网络层（路由转发）    </a:t>
            </a:r>
            <a:r>
              <a:rPr lang="en-US" altLang="zh-CN" dirty="0"/>
              <a:t>6</a:t>
            </a:r>
          </a:p>
          <a:p>
            <a:r>
              <a:rPr lang="zh-CN" altLang="en-US" dirty="0"/>
              <a:t>网络层（</a:t>
            </a:r>
            <a:r>
              <a:rPr lang="en-US" altLang="zh-CN" dirty="0"/>
              <a:t>NAT</a:t>
            </a:r>
            <a:r>
              <a:rPr lang="zh-CN" altLang="en-US" dirty="0"/>
              <a:t>）    </a:t>
            </a:r>
            <a:r>
              <a:rPr lang="en-US" altLang="zh-CN" dirty="0"/>
              <a:t>7</a:t>
            </a:r>
          </a:p>
          <a:p>
            <a:r>
              <a:rPr lang="zh-CN" altLang="en-US" dirty="0"/>
              <a:t>传输层（</a:t>
            </a:r>
            <a:r>
              <a:rPr lang="en-US" altLang="zh-CN" dirty="0"/>
              <a:t>TCP</a:t>
            </a:r>
            <a:r>
              <a:rPr lang="zh-CN" altLang="en-US" dirty="0"/>
              <a:t>）    </a:t>
            </a:r>
            <a:r>
              <a:rPr lang="en-US" altLang="zh-CN" dirty="0"/>
              <a:t>8</a:t>
            </a:r>
          </a:p>
          <a:p>
            <a:r>
              <a:rPr lang="zh-CN" altLang="en-US" dirty="0"/>
              <a:t>网络层（路由算法）    </a:t>
            </a:r>
            <a:r>
              <a:rPr lang="en-US" altLang="zh-CN" dirty="0"/>
              <a:t>9</a:t>
            </a:r>
          </a:p>
          <a:p>
            <a:r>
              <a:rPr lang="zh-CN" altLang="en-US" dirty="0"/>
              <a:t>应用层（</a:t>
            </a:r>
            <a:r>
              <a:rPr lang="en-US" altLang="zh-CN" dirty="0"/>
              <a:t>HTTP</a:t>
            </a:r>
            <a:r>
              <a:rPr lang="zh-CN" altLang="en-US" dirty="0"/>
              <a:t>）    </a:t>
            </a:r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968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231</Words>
  <Application>Microsoft Office PowerPoint</Application>
  <PresentationFormat>宽屏</PresentationFormat>
  <Paragraphs>26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Times New Roman</vt:lpstr>
      <vt:lpstr>Office 主题​​</vt:lpstr>
      <vt:lpstr>考试范围</vt:lpstr>
      <vt:lpstr>1、 IP-over-Everything” 和 “Everything-over-IP”两个概念的辨析</vt:lpstr>
      <vt:lpstr>2、信道容量与香农定理</vt:lpstr>
      <vt:lpstr>3、CSMA/CD 协议与最短帧长</vt:lpstr>
      <vt:lpstr>4、IP数据报分片</vt:lpstr>
      <vt:lpstr>5、路由选择与 IP 分组转发</vt:lpstr>
      <vt:lpstr>6、距离矢量路由算法原理RIP</vt:lpstr>
      <vt:lpstr>7、TCP传输过程（滑动窗口）</vt:lpstr>
      <vt:lpstr>8、TCP 连接管理与拥塞控制机制</vt:lpstr>
      <vt:lpstr>9、HTTP持续连接与页面加载时间分析</vt:lpstr>
      <vt:lpstr>10、综合应用</vt:lpstr>
      <vt:lpstr>补考复习范围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ting shu</dc:creator>
  <cp:lastModifiedBy>ting shu</cp:lastModifiedBy>
  <cp:revision>17</cp:revision>
  <dcterms:created xsi:type="dcterms:W3CDTF">2026-01-04T01:28:02Z</dcterms:created>
  <dcterms:modified xsi:type="dcterms:W3CDTF">2026-01-04T02:19:25Z</dcterms:modified>
</cp:coreProperties>
</file>